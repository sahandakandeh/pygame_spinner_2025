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B5D9-684B-6508-CB6C-BC9E21265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30306-CC0F-FFB2-1368-F199278F0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1B1E7-CFAB-CC6E-B59B-A90B8247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9B123-9D23-359A-7085-6A026806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CC72C-C80A-7F6D-8322-AD671443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7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1E77-F94D-C720-AE1D-6B48DA34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1754B-46E9-1AA9-2229-6E10BA287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64B8D-CE62-FEDA-3D94-04B00388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9B780-E5A1-96C1-DD0B-B45DED11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7C79D-532B-49E3-2CEB-BCC1DC0A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3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2449-34DA-523C-5BA9-F4A30BEF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47B9B-293F-3CAA-547A-A488EC889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EE88E-080A-901D-FA16-454068D8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7FB83-0379-A25E-9522-B1A0BACB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DB048-6A01-B69B-E2FA-7840A3C1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6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E290-5269-520B-27D1-AAE89190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00008-CD50-349B-6A3F-C277DB60F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5F121-BA6B-D373-5AE8-917161A69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41E7C-85A2-E404-17D4-B56CE6138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7D481-2F4C-A5FF-010A-EFA84043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C2675-7366-0E64-4A28-AF7A354E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1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967C-9E66-BBF9-69CF-11F615EF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6402A-A987-B7EB-26E5-8D6F89B04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41834-D2AE-D362-8A62-0AB59BA8A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C56FE-B18C-E634-A01D-600E0372C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952FF-4748-2B34-529A-A3A70850B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EC845-FC67-22B0-0C28-D20D2CF4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F78B3-8331-AB03-F15E-E356207E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9EE96-7C4E-81D6-E9F6-9111B61B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4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3D238-0DF6-8FF5-A074-6D9562EF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999E7-380A-AEF7-7F2A-FB402D88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D2203-5152-C8C1-2778-BE767475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F605F-A975-F2C0-5AEF-CE7CD099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3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3953D-7818-0AAA-E5E9-4977D83E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66BCA-BBF8-2650-EA0D-19E398B2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B3C76-425B-93A1-4116-9B1A038F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6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FF5A-24DC-C075-34C4-8EC3E7B3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61F7-1EC9-D2E6-2E95-2F5A40C06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B5C35-1EF3-E2E7-18B4-62017BFFB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69352-90BB-5BD4-01C9-EFBA06C0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AFB24-66A8-E839-59F8-0A68BCC76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83A61-58B4-8DE9-B515-406ECABD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3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C93B-A9FF-7B34-5FE9-6333D0354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EB8DE0-F9E3-7A95-E9F7-CDA9B97E95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09EC8-666F-917C-68AE-B06BA7CF5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54249-2757-CDD8-C1AA-64C0211E7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47648-0EE1-92F8-417F-0B007AAD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9537C-74BB-8BA3-5410-86F77CB5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1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2611-7B9B-354A-1689-CB5F6F0D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F430D-566D-0A21-C9F7-242E64D9A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8AE28-5395-840C-FAAB-23DD1CDF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DF9A5-ACBE-CFCC-783D-A79C784A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60B5D-2E1E-5C38-2B28-C13D5EAC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2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E33A9-8B4B-0B56-01A7-FC5DB86A8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50D89-976E-8416-9125-D22BC208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3653A-DD8A-3F18-8464-F67FE7C9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1901E-ADA8-0111-D0E7-CFE37AB4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7C4DD-7ABF-2746-7F71-A81C13CFE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6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B8ACA-096D-C575-0E0C-407A1EBB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34847-8984-CD81-3B35-AB02FFF7A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67620-F5E1-FA49-120D-D450A2A74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C5A9B-75A6-4607-808A-AF9FD73A0D99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6E7EC-D4CE-1B58-3930-C49CCE0EA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0F880-BD11-1571-A0FB-5923FF7AC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683B7-7632-4405-8673-F0429D7D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5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919E-B751-3DB5-04D2-350CA53C3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5147"/>
          </a:xfrm>
        </p:spPr>
        <p:txBody>
          <a:bodyPr/>
          <a:lstStyle/>
          <a:p>
            <a:r>
              <a:rPr lang="en-US" b="1" dirty="0"/>
              <a:t>Spinner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F9197-FC76-FA3E-2112-4E999511C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28452"/>
            <a:ext cx="9144000" cy="25293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63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46E1-6E13-9EAE-377C-877BAD6E2F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0945C-C858-FCA5-12A7-674312A1ED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895DC-8662-E65B-8047-D3A572B833AE}"/>
              </a:ext>
            </a:extLst>
          </p:cNvPr>
          <p:cNvSpPr/>
          <p:nvPr/>
        </p:nvSpPr>
        <p:spPr>
          <a:xfrm>
            <a:off x="1843556" y="812654"/>
            <a:ext cx="7423354" cy="53226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F4809-5CBA-CB2B-F772-FCB7D507C450}"/>
              </a:ext>
            </a:extLst>
          </p:cNvPr>
          <p:cNvSpPr/>
          <p:nvPr/>
        </p:nvSpPr>
        <p:spPr>
          <a:xfrm>
            <a:off x="1150375" y="312665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29B185-10D3-DA69-EADA-ED82459E3898}"/>
              </a:ext>
            </a:extLst>
          </p:cNvPr>
          <p:cNvSpPr/>
          <p:nvPr/>
        </p:nvSpPr>
        <p:spPr>
          <a:xfrm>
            <a:off x="5919019" y="6140243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2AA62D-4F34-C217-244F-1BBBDA44D17B}"/>
              </a:ext>
            </a:extLst>
          </p:cNvPr>
          <p:cNvCxnSpPr/>
          <p:nvPr/>
        </p:nvCxnSpPr>
        <p:spPr>
          <a:xfrm>
            <a:off x="5919019" y="5796117"/>
            <a:ext cx="816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408726A-387F-9D61-3FE4-BB6DEC59E699}"/>
              </a:ext>
            </a:extLst>
          </p:cNvPr>
          <p:cNvSpPr/>
          <p:nvPr/>
        </p:nvSpPr>
        <p:spPr>
          <a:xfrm>
            <a:off x="634181" y="412961"/>
            <a:ext cx="771834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(0, 0)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B24308-FF5C-2649-7A9E-88B48B9C469B}"/>
              </a:ext>
            </a:extLst>
          </p:cNvPr>
          <p:cNvCxnSpPr>
            <a:cxnSpLocks/>
          </p:cNvCxnSpPr>
          <p:nvPr/>
        </p:nvCxnSpPr>
        <p:spPr>
          <a:xfrm>
            <a:off x="1843556" y="412961"/>
            <a:ext cx="3849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E8C55CA-33BF-9596-41DB-134C6719B5DA}"/>
              </a:ext>
            </a:extLst>
          </p:cNvPr>
          <p:cNvSpPr/>
          <p:nvPr/>
        </p:nvSpPr>
        <p:spPr>
          <a:xfrm>
            <a:off x="3495370" y="14749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+x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39C3D7-538E-2DB4-2283-4DF45836CF9F}"/>
              </a:ext>
            </a:extLst>
          </p:cNvPr>
          <p:cNvCxnSpPr>
            <a:cxnSpLocks/>
          </p:cNvCxnSpPr>
          <p:nvPr/>
        </p:nvCxnSpPr>
        <p:spPr>
          <a:xfrm flipH="1">
            <a:off x="6243481" y="412961"/>
            <a:ext cx="3023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01D33C-CD25-CC7E-89EE-1E1ED18BDC62}"/>
              </a:ext>
            </a:extLst>
          </p:cNvPr>
          <p:cNvSpPr/>
          <p:nvPr/>
        </p:nvSpPr>
        <p:spPr>
          <a:xfrm>
            <a:off x="7128389" y="491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533D1E-95BD-0398-4E7B-442F64438988}"/>
              </a:ext>
            </a:extLst>
          </p:cNvPr>
          <p:cNvCxnSpPr/>
          <p:nvPr/>
        </p:nvCxnSpPr>
        <p:spPr>
          <a:xfrm>
            <a:off x="1656737" y="1061731"/>
            <a:ext cx="0" cy="182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90C9529-392A-A445-0BD2-B98F0B6875B2}"/>
              </a:ext>
            </a:extLst>
          </p:cNvPr>
          <p:cNvSpPr/>
          <p:nvPr/>
        </p:nvSpPr>
        <p:spPr>
          <a:xfrm>
            <a:off x="639099" y="1494502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24E3CE1-4521-71FC-63AE-BC82706D6929}"/>
              </a:ext>
            </a:extLst>
          </p:cNvPr>
          <p:cNvCxnSpPr/>
          <p:nvPr/>
        </p:nvCxnSpPr>
        <p:spPr>
          <a:xfrm flipV="1">
            <a:off x="1656743" y="4188542"/>
            <a:ext cx="0" cy="179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3409883-4F73-4523-4A4B-0FEDE08C45B2}"/>
              </a:ext>
            </a:extLst>
          </p:cNvPr>
          <p:cNvSpPr/>
          <p:nvPr/>
        </p:nvSpPr>
        <p:spPr>
          <a:xfrm>
            <a:off x="875071" y="510786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D94C6B-7769-7E12-5FDF-9EC88EDF6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86" y="1283112"/>
            <a:ext cx="5102940" cy="32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6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4241-58AD-30A2-5F3C-67D4E370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9E942-B5D7-3FB8-905D-2B035A456C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F2523-C09E-C269-C8C0-BC14979A2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938E2-6873-9146-7BD8-7198FF36EE2C}"/>
              </a:ext>
            </a:extLst>
          </p:cNvPr>
          <p:cNvSpPr/>
          <p:nvPr/>
        </p:nvSpPr>
        <p:spPr>
          <a:xfrm>
            <a:off x="1843556" y="812654"/>
            <a:ext cx="7423354" cy="53226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A30473-07BA-5E61-B5EF-4A4D98940FF6}"/>
              </a:ext>
            </a:extLst>
          </p:cNvPr>
          <p:cNvSpPr/>
          <p:nvPr/>
        </p:nvSpPr>
        <p:spPr>
          <a:xfrm>
            <a:off x="1150375" y="312665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40F2C-D588-C98D-A6AE-39D480179EFA}"/>
              </a:ext>
            </a:extLst>
          </p:cNvPr>
          <p:cNvSpPr/>
          <p:nvPr/>
        </p:nvSpPr>
        <p:spPr>
          <a:xfrm>
            <a:off x="5919019" y="6140243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1FCDBA-FA68-C9D9-C94C-7B0DD5A4662F}"/>
              </a:ext>
            </a:extLst>
          </p:cNvPr>
          <p:cNvSpPr/>
          <p:nvPr/>
        </p:nvSpPr>
        <p:spPr>
          <a:xfrm>
            <a:off x="634181" y="412961"/>
            <a:ext cx="771834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(0, 0)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55DBFC-A2A3-F359-5344-F00181E3572D}"/>
              </a:ext>
            </a:extLst>
          </p:cNvPr>
          <p:cNvCxnSpPr>
            <a:cxnSpLocks/>
          </p:cNvCxnSpPr>
          <p:nvPr/>
        </p:nvCxnSpPr>
        <p:spPr>
          <a:xfrm>
            <a:off x="1843556" y="412961"/>
            <a:ext cx="3849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3049CF0-C9A4-6E72-E0E8-1CDB4FAD892F}"/>
              </a:ext>
            </a:extLst>
          </p:cNvPr>
          <p:cNvSpPr/>
          <p:nvPr/>
        </p:nvSpPr>
        <p:spPr>
          <a:xfrm>
            <a:off x="3495370" y="14749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+x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DBB827-DE4B-28F2-01F0-F5BD4BAB18DB}"/>
              </a:ext>
            </a:extLst>
          </p:cNvPr>
          <p:cNvCxnSpPr>
            <a:cxnSpLocks/>
          </p:cNvCxnSpPr>
          <p:nvPr/>
        </p:nvCxnSpPr>
        <p:spPr>
          <a:xfrm flipH="1">
            <a:off x="6243481" y="412961"/>
            <a:ext cx="3023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063F0AE-5B05-9FD8-CB2B-CFFD626FC996}"/>
              </a:ext>
            </a:extLst>
          </p:cNvPr>
          <p:cNvSpPr/>
          <p:nvPr/>
        </p:nvSpPr>
        <p:spPr>
          <a:xfrm>
            <a:off x="7128389" y="4918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BF32470-F699-C051-7DBA-801DFB28F9B8}"/>
              </a:ext>
            </a:extLst>
          </p:cNvPr>
          <p:cNvCxnSpPr/>
          <p:nvPr/>
        </p:nvCxnSpPr>
        <p:spPr>
          <a:xfrm>
            <a:off x="1656737" y="1061731"/>
            <a:ext cx="0" cy="182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D93D854-1102-9E8B-01A0-6B4C3AECA33E}"/>
              </a:ext>
            </a:extLst>
          </p:cNvPr>
          <p:cNvSpPr/>
          <p:nvPr/>
        </p:nvSpPr>
        <p:spPr>
          <a:xfrm>
            <a:off x="639099" y="1494502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766A639-9ED0-4025-AC13-B0893FF09025}"/>
              </a:ext>
            </a:extLst>
          </p:cNvPr>
          <p:cNvCxnSpPr/>
          <p:nvPr/>
        </p:nvCxnSpPr>
        <p:spPr>
          <a:xfrm flipV="1">
            <a:off x="1656743" y="4188542"/>
            <a:ext cx="0" cy="179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4CBC76E-CCD2-B4AF-A9A1-8006E76F1A07}"/>
              </a:ext>
            </a:extLst>
          </p:cNvPr>
          <p:cNvSpPr/>
          <p:nvPr/>
        </p:nvSpPr>
        <p:spPr>
          <a:xfrm>
            <a:off x="875071" y="5107860"/>
            <a:ext cx="550606" cy="383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7CD0F6-B435-586F-F792-D50F08498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457" y="1489585"/>
            <a:ext cx="5589639" cy="3760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D2A758-8DBF-C559-3659-70B51F78B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61325">
            <a:off x="2558065" y="1413388"/>
            <a:ext cx="5692112" cy="376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4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C5A6-5B99-7D8A-6BCE-8DF6923F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3AD6C-8D6B-98A8-90E7-46F4DA570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65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31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Spinner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Pouralizadeh</dc:creator>
  <cp:lastModifiedBy>Mostafa Pouralizadeh</cp:lastModifiedBy>
  <cp:revision>2</cp:revision>
  <dcterms:created xsi:type="dcterms:W3CDTF">2024-11-28T12:57:50Z</dcterms:created>
  <dcterms:modified xsi:type="dcterms:W3CDTF">2024-11-28T18:30:11Z</dcterms:modified>
</cp:coreProperties>
</file>